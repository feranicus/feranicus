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D7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-365760"/>
            <a:ext cx="4572000" cy="18288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508760"/>
            <a:ext cx="4572000" cy="18288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3383280"/>
            <a:ext cx="4572000" cy="18288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 CYBER ADVISORY  ·  CONTINUOUS SECURITY VALIDATION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BREACH &amp; ATTACK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SIMULATION.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4041648" y="3017520"/>
            <a:ext cx="201168" cy="201168"/>
          </a:xfrm>
          <a:prstGeom prst="rect">
            <a:avLst/>
          </a:prstGeom>
          <a:solidFill>
            <a:srgbClr val="FFC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01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pen-testing once a year is no longer enough — and why Redevco needs 24/7 validation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590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Redevco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4590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06040" y="4791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+ S4Biz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4590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4791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vs Annual Pen 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4590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03720" y="4791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ARGUMENT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Attackers work 24/7. A pen test works one week a year.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606040" cy="1417320"/>
          </a:xfrm>
          <a:prstGeom prst="rect">
            <a:avLst/>
          </a:prstGeom>
          <a:solidFill>
            <a:srgbClr val="0C544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17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0C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penetration-test cadence — a single point-in-time snapshot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325880"/>
            <a:ext cx="2606040" cy="1417320"/>
          </a:xfrm>
          <a:prstGeom prst="rect">
            <a:avLst/>
          </a:prstGeom>
          <a:solidFill>
            <a:srgbClr val="0C544E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417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/ 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10128" y="19385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365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194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continuously real attackers and ransomware crews probe the internet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0176" y="1325880"/>
            <a:ext cx="2606040" cy="1417320"/>
          </a:xfrm>
          <a:prstGeom prst="rect">
            <a:avLst/>
          </a:prstGeom>
          <a:solidFill>
            <a:srgbClr val="0C544E"/>
          </a:solidFill>
          <a:ln/>
        </p:spPr>
      </p:sp>
      <p:sp>
        <p:nvSpPr>
          <p:cNvPr id="19" name="Text 17"/>
          <p:cNvSpPr/>
          <p:nvPr/>
        </p:nvSpPr>
        <p:spPr>
          <a:xfrm>
            <a:off x="6117336" y="1417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/ 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17336" y="19385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17336" y="2194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Breach &amp; Attack Simulation re-tests your defences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97180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C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these numbers is where breaches happen.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Redevco's own exposed time-tracking portal sat open and leaking internal systems for weeks after it was reported — exactly the kind of change a once-a-year test cannot see. BAS closes that gap by simulating real attacks against your live defences continuously, safely, and mapped to MITRE ATT&amp;CK.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 — GROUNDED IN REDEVCO'S OWN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reported exposure that stayed open for weeks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5074920" cy="324612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280160"/>
            <a:ext cx="73152" cy="3246120"/>
          </a:xfrm>
          <a:prstGeom prst="rect">
            <a:avLst/>
          </a:prstGeom>
          <a:solidFill>
            <a:srgbClr val="F20C3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173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0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6916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timecard-redevco.de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(REINER SCT timeCard) was reachable from the open internet and leaking a Content-Security-Policy header that named internal systems and the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DATEV payroll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path — no break-in required.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C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≈9 June 2026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reiterated in briefing &amp; workshop  ·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0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exposed on 25 June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 point-in-time pen test scheduled months apart would never have caught this header change — or its weeks-long exposure.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280160"/>
            <a:ext cx="3154680" cy="3246120"/>
          </a:xfrm>
          <a:prstGeom prst="rect">
            <a:avLst/>
          </a:prstGeom>
          <a:solidFill>
            <a:srgbClr val="0C544E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POSITION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173736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“…we remain confident with our current partners… a pen test has already been planned…”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30632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 test is valuable — but it is a snapshot. The exposure above is a moving target. The two are not substitutes.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 VS BAS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Complementary, not interchangeable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Penetration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&amp; Attack Simulation (BAS)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(1–2× / 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automated, 24/7/365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Scoped, sampled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estate, every control, repeatable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with the tester's 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Identical, objective, every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“Could a tester get in this week?”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“Are our controls still working today?”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until the next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Re-validates immediately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€30k–€75k+ per 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platform — run as often as you like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Deep, creative human exploitation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control &amp; detection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“BAS complements red teaming and penetration testing, but cannot completely replace them.” The right programme runs both — BAS continuously, pen testing periodically for depth.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WINDOW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 annual pen test cannot see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8046720" cy="0"/>
          </a:xfrm>
          <a:prstGeom prst="line">
            <a:avLst/>
          </a:prstGeom>
          <a:noFill/>
          <a:ln w="25400">
            <a:solidFill>
              <a:srgbClr val="D8D6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1810512"/>
            <a:ext cx="146304" cy="146304"/>
          </a:xfrm>
          <a:prstGeom prst="ellipse">
            <a:avLst/>
          </a:prstGeom>
          <a:solidFill>
            <a:srgbClr val="0C544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91272" y="1810512"/>
            <a:ext cx="146304" cy="146304"/>
          </a:xfrm>
          <a:prstGeom prst="ellipse">
            <a:avLst/>
          </a:prstGeom>
          <a:solidFill>
            <a:srgbClr val="0C544E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pen test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19933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0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MONTHS OF BLIND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76272" y="1828800"/>
            <a:ext cx="45720" cy="109728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change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73552" y="1828800"/>
            <a:ext cx="45720" cy="109728"/>
          </a:xfrm>
          <a:prstGeom prst="rect">
            <a:avLst/>
          </a:prstGeom>
          <a:solidFill>
            <a:srgbClr val="F20C36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0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CVE / 0-day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53712" y="1828800"/>
            <a:ext cx="45720" cy="109728"/>
          </a:xfrm>
          <a:prstGeom prst="rect">
            <a:avLst/>
          </a:prstGeom>
          <a:solidFill>
            <a:srgbClr val="F20C3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0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portal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42432" y="1828800"/>
            <a:ext cx="45720" cy="109728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drifts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39712" y="1828800"/>
            <a:ext cx="45720" cy="109728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expires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— CONTINUOUS VALIDATION, EVERY 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above is something a yearly test misses but BAS catches within a run. The Redevco timecard exposure is the red “Exposed portal” marker — open for weeks inside the blind window.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BAS ACTUALLY DOES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Emulates real attacks against your live defences — safely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606040" cy="13716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325880"/>
            <a:ext cx="64008" cy="13716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44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1874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attackers could really exploit a discovered exposure — not just that it exists.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1325880"/>
            <a:ext cx="2606040" cy="13716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172968" y="1325880"/>
            <a:ext cx="64008" cy="13716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1444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55848" y="1874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beyond the entry point to map every attack path to a critical asset and its impact.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0176" y="1325880"/>
            <a:ext cx="2606040" cy="13716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80176" y="1325880"/>
            <a:ext cx="64008" cy="13716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1444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1874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your team and tooling detect and respond fast enough, and adequately.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546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aligns to real attacker tactics, techniques and procedures (TTPs) and runs them as controlled, non-destructive simulations: exploitation, propagation, credential theft, lateral movement, data-exfiltration and ransomware patterns.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C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mapped to MITRE ATT&amp;CK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results read as a standard heat-map your SOC, auditors and board already understand — and turn straight into prioritised remediation.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BAS SITS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validation spectrum — from scanning to red teaming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43584"/>
                <a:gridCol w="1243584"/>
                <a:gridCol w="1243584"/>
                <a:gridCol w="1243584"/>
                <a:gridCol w="124358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vulns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Penetration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teaming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54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&amp; Attack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is the only method that is exploit-driven, continuous, automated AND detection-validating at once. It does not replace pen testing or red teaming — it makes the time between them safe.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FOR REDEVCO — CONCRETELY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external finding becomes a repeatable simulation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Redevco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BAS continuously validates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ATT&amp;CK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· n8n automation hub (US cloud)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theft &amp; lateral movement from a compromised automation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T1078 · T1550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· Timecard CSP leak (DATEV)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Recurs-detection: is the portal exposed again? Is the header leaking?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T1190 · T1592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· End-of-life web server (Roebuck)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Exploit-path validation &amp; web-app attack 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T1190 · T1210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· 3CX VoIP admin console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Admin-plane exposure &amp; supply-chain attack emulation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T1133 · T1199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· Mail TLS / BEC enabler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&amp; business-email-compromise readiness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T1566 · T1534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once-a-year verdict, Redevco gets a living scoreboard: each finding re-tested on every run, with a clear pass/fail and a remediation owner.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BAS BRINGS REDEVCO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outcomes the board can hold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4069080" cy="96012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325880"/>
            <a:ext cx="64008" cy="96012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1732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assurance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7373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true state of your defences every day — not once a year.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325880"/>
            <a:ext cx="4069080" cy="96012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1325880"/>
            <a:ext cx="64008" cy="96012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41732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remediation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Prioritised, actionable fixes tied to real exploitability, not a raw vuln list.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404872"/>
            <a:ext cx="4069080" cy="96012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404872"/>
            <a:ext cx="64008" cy="96012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963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that 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8163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SOC actually sees and stops attacks; cut false positives.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404872"/>
            <a:ext cx="4069080" cy="96012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2404872"/>
            <a:ext cx="64008" cy="96012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4963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Quantified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8163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heat-maps and trend lines the board and auditors understand.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483864"/>
            <a:ext cx="4069080" cy="96012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483864"/>
            <a:ext cx="64008" cy="96012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7530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evidence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8953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proof of control effectiveness for GDPR, NIS2, DORA and ISO 27001.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3483864"/>
            <a:ext cx="4069080" cy="96012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617720" y="3483864"/>
            <a:ext cx="64008" cy="96012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57530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M&amp;A &amp; supply-chain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8953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acquired estates (e.g. Roebuck) and partner-facing exposure fast.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BAS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criteria — and how Colt's approach meets them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1–5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627632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1627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attack-lifecycle coverage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194560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Up-to-date vs emerging threats &amp; 0-days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61488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761488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761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all security controls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328416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3284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actionable mitigation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95344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895344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8953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Detection-rule validation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1325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6–10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1627632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28" name="Shape 26"/>
          <p:cNvSpPr/>
          <p:nvPr/>
        </p:nvSpPr>
        <p:spPr>
          <a:xfrm>
            <a:off x="4617720" y="1627632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9" name="Text 27"/>
          <p:cNvSpPr/>
          <p:nvPr/>
        </p:nvSpPr>
        <p:spPr>
          <a:xfrm>
            <a:off x="4782312" y="1627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customisation per environment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194560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617720" y="2194560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32" name="Text 30"/>
          <p:cNvSpPr/>
          <p:nvPr/>
        </p:nvSpPr>
        <p:spPr>
          <a:xfrm>
            <a:off x="4782312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&amp; automated simulation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761488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7720" y="2761488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35" name="Text 33"/>
          <p:cNvSpPr/>
          <p:nvPr/>
        </p:nvSpPr>
        <p:spPr>
          <a:xfrm>
            <a:off x="4782312" y="2761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role-based reporting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328416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37" name="Shape 35"/>
          <p:cNvSpPr/>
          <p:nvPr/>
        </p:nvSpPr>
        <p:spPr>
          <a:xfrm>
            <a:off x="4617720" y="3328416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38" name="Text 36"/>
          <p:cNvSpPr/>
          <p:nvPr/>
        </p:nvSpPr>
        <p:spPr>
          <a:xfrm>
            <a:off x="4782312" y="33284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&amp; framework mapping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3895344"/>
            <a:ext cx="4160520" cy="4572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40" name="Shape 38"/>
          <p:cNvSpPr/>
          <p:nvPr/>
        </p:nvSpPr>
        <p:spPr>
          <a:xfrm>
            <a:off x="4617720" y="3895344"/>
            <a:ext cx="54864" cy="4572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41" name="Text 39"/>
          <p:cNvSpPr/>
          <p:nvPr/>
        </p:nvSpPr>
        <p:spPr>
          <a:xfrm>
            <a:off x="4782312" y="38953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deploy — cloud or on-prem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COLT DELIVERS BAS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Infection Monkey + an autonomous AI attacker — a 24/7 digital twin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4206240" cy="3108960"/>
          </a:xfrm>
          <a:prstGeom prst="rect">
            <a:avLst/>
          </a:prstGeom>
          <a:solidFill>
            <a:srgbClr val="0C544E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325880"/>
            <a:ext cx="73152" cy="310896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7007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Infection Monkey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210312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adversary-emulation platform (Akamai/Guardicore). Safely exploits, propagates, steals credentials and moves laterally across the live estate — all mapped to MITRE ATT&amp;CK. Free to run as often as you like.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4069080" cy="310896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1325880"/>
            <a:ext cx="73152" cy="310896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700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3.6 + Hermes — local or in Redevco's cloud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3657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 act as an internal hacker digital twin: they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0C5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fresh zero-day &amp; dark-net exploit intel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write new Monkey add-ons automatically, and refresh attack scenarios 24/7 — so the simulation evolves as fast as the threat. Runs on Redevco's hardware or chosen cloud; data never leaves.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in the accompanying A-to-Z BAS white paper.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AS COMPLIANCE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validation maps to the regulators Redevco answers to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108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BAS evidences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4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Art. 32 / 5(1)(f)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Appropriate, tested security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proof TOMs actually stop attacks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NIS2 / BSIG (DE)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Risk-management &amp; continuous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control validation +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 (AIFM)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operational-resilience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Threat-led, continuous resilience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 / investor DDQ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Demonstrable control effectiveness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dashboards for auditors &amp; investors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timecard exposure showed a control failing silently for weeks. BAS turns “we believe we're secure” into “we can prove it today” — the exact assurance regulators and institutional investors now require.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“BUT WE ALREADY DO PEN TESTING”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Answering the objection directly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6858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325880"/>
            <a:ext cx="64008" cy="6858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380744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pen test is planned.”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1380744"/>
            <a:ext cx="5029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keep it. It gives deep, human creativity once a year. BAS covers the other 51 weeks,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12264"/>
            <a:ext cx="8412480" cy="6858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112264"/>
            <a:ext cx="64008" cy="6858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67128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“Pen testing finds our vulnerabilities.”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2167128"/>
            <a:ext cx="5029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them on test day. The timecard portal was exposed for weeks between snapshots — BAS would have flagged it on the next run.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8412480" cy="6858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898648"/>
            <a:ext cx="64008" cy="6858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53512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“Hackers aren't targeting us.”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2953512"/>
            <a:ext cx="5029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Internet-wide scanners and ransomware crews target exposure, not names. Your n8n hub, VoIP console and mail gateway are already visible.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85032"/>
            <a:ext cx="8412480" cy="685800"/>
          </a:xfrm>
          <a:prstGeom prst="rect">
            <a:avLst/>
          </a:prstGeom>
          <a:solidFill>
            <a:srgbClr val="ECECED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685032"/>
            <a:ext cx="64008" cy="68580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39896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“It sounds like more noise.”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3739896"/>
            <a:ext cx="5029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reduces noise — it validates which alerts are real and confirms what your controls actually block, cutting SOC false positives.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 testing tells you if you were secure last week. BAS tells you if you are secure today.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7589520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717536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45552" y="4864608"/>
            <a:ext cx="100584" cy="146304"/>
          </a:xfrm>
          <a:prstGeom prst="rtTriangle">
            <a:avLst/>
          </a:prstGeom>
          <a:solidFill>
            <a:srgbClr val="00D7BD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· BAS Value Briefing ·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8412480" cy="2286000"/>
          </a:xfrm>
          <a:prstGeom prst="rect">
            <a:avLst/>
          </a:prstGeom>
          <a:solidFill>
            <a:srgbClr val="0C544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2880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Attackers operate 24/7. Your validation should too.
</a:t>
            </a:r>
            <a:endParaRPr lang="en-US" sz="2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doesn't replace your pen test — it removes the year-long blind spot around it, re-tests every Redevco finding continuously, and gives you standing proof for GDPR, NIS2, DORA and your investors.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54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206240" cy="1737360"/>
          </a:xfrm>
          <a:prstGeom prst="triangle">
            <a:avLst/>
          </a:prstGeom>
          <a:solidFill>
            <a:srgbClr val="0A3F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335024"/>
            <a:ext cx="4206240" cy="1737360"/>
          </a:xfrm>
          <a:prstGeom prst="triangle">
            <a:avLst/>
          </a:prstGeom>
          <a:solidFill>
            <a:srgbClr val="0A3F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3127248"/>
            <a:ext cx="4206240" cy="1737360"/>
          </a:xfrm>
          <a:prstGeom prst="triangle">
            <a:avLst/>
          </a:prstGeom>
          <a:solidFill>
            <a:srgbClr val="0A3F3A"/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164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up BAS for Redevco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138160" cy="640080"/>
          </a:xfrm>
          <a:prstGeom prst="rect">
            <a:avLst/>
          </a:prstGeom>
          <a:solidFill>
            <a:srgbClr val="0A3F3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54480"/>
            <a:ext cx="457200" cy="64008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2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161848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portal off the public internet; trim the CSP; assess GDPR Art. 33.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138160" cy="640080"/>
          </a:xfrm>
          <a:prstGeom prst="rect">
            <a:avLst/>
          </a:prstGeom>
          <a:solidFill>
            <a:srgbClr val="0A3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04288"/>
            <a:ext cx="457200" cy="64008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042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2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236829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Infection Monkey against the known findings; validate detections.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8138160" cy="640080"/>
          </a:xfrm>
          <a:prstGeom prst="rect">
            <a:avLst/>
          </a:prstGeom>
          <a:solidFill>
            <a:srgbClr val="0A3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54096"/>
            <a:ext cx="457200" cy="64008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5409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2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11810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3.6 + Hermes digital twin, on Redevco hardware or chosen cloud.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8138160" cy="640080"/>
          </a:xfrm>
          <a:prstGeom prst="rect">
            <a:avLst/>
          </a:prstGeom>
          <a:solidFill>
            <a:srgbClr val="0A3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03904"/>
            <a:ext cx="457200" cy="640080"/>
          </a:xfrm>
          <a:prstGeom prst="rect">
            <a:avLst/>
          </a:prstGeom>
          <a:solidFill>
            <a:srgbClr val="00D7B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0390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2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386791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C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runs, MITRE dashboards, and compliance evidence on tap.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Technology Services  ·  in partnership with S4Biz (Stars4Business)  ·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Redevco Needs Breach &amp; Attack Simulation</dc:title>
  <dc:subject>PptxGenJS Presentation</dc:subject>
  <dc:creator>Colt Sales Engineering</dc:creator>
  <cp:lastModifiedBy>Colt Sales Engineering</cp:lastModifiedBy>
  <cp:revision>1</cp:revision>
  <dcterms:created xsi:type="dcterms:W3CDTF">2026-06-25T15:18:46Z</dcterms:created>
  <dcterms:modified xsi:type="dcterms:W3CDTF">2026-06-25T15:18:46Z</dcterms:modified>
</cp:coreProperties>
</file>